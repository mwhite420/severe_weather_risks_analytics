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ed Hat Display SemiBold"/>
      <p:regular r:id="rId10"/>
      <p:bold r:id="rId11"/>
      <p:italic r:id="rId12"/>
      <p:boldItalic r:id="rId13"/>
    </p:embeddedFont>
    <p:embeddedFont>
      <p:font typeface="Red Hat Display Medium"/>
      <p:regular r:id="rId14"/>
      <p:bold r:id="rId15"/>
      <p:italic r:id="rId16"/>
      <p:boldItalic r:id="rId17"/>
    </p:embeddedFont>
    <p:embeddedFont>
      <p:font typeface="Red Hat Display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italic.fntdata"/><Relationship Id="rId21" Type="http://schemas.openxmlformats.org/officeDocument/2006/relationships/font" Target="fonts/RedHatDispl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edHatDisplaySemiBold-bold.fntdata"/><Relationship Id="rId10" Type="http://schemas.openxmlformats.org/officeDocument/2006/relationships/font" Target="fonts/RedHatDisplaySemiBold-regular.fntdata"/><Relationship Id="rId13" Type="http://schemas.openxmlformats.org/officeDocument/2006/relationships/font" Target="fonts/RedHatDisplaySemiBold-boldItalic.fntdata"/><Relationship Id="rId12" Type="http://schemas.openxmlformats.org/officeDocument/2006/relationships/font" Target="fonts/RedHatDisplaySemiBold-italic.fntdata"/><Relationship Id="rId15" Type="http://schemas.openxmlformats.org/officeDocument/2006/relationships/font" Target="fonts/RedHatDisplayMedium-bold.fntdata"/><Relationship Id="rId14" Type="http://schemas.openxmlformats.org/officeDocument/2006/relationships/font" Target="fonts/RedHatDisplayMedium-regular.fntdata"/><Relationship Id="rId17" Type="http://schemas.openxmlformats.org/officeDocument/2006/relationships/font" Target="fonts/RedHatDisplayMedium-boldItalic.fntdata"/><Relationship Id="rId16" Type="http://schemas.openxmlformats.org/officeDocument/2006/relationships/font" Target="fonts/RedHatDisplayMedium-italic.fntdata"/><Relationship Id="rId19" Type="http://schemas.openxmlformats.org/officeDocument/2006/relationships/font" Target="fonts/RedHatDisplay-bold.fntdata"/><Relationship Id="rId18" Type="http://schemas.openxmlformats.org/officeDocument/2006/relationships/font" Target="fonts/RedHat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789a0c9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789a0c9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789a0c95a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789a0c95a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789a0c95a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789a0c95a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789a0c95a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f789a0c95a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2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1" t="15236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59050" y="2207719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Snowflake</a:t>
            </a:r>
            <a:r>
              <a:rPr lang="en"/>
              <a:t> &amp; DBT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775" y="152400"/>
            <a:ext cx="24004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4"/>
          <p:cNvSpPr txBox="1"/>
          <p:nvPr/>
        </p:nvSpPr>
        <p:spPr>
          <a:xfrm>
            <a:off x="1015075" y="768900"/>
            <a:ext cx="17847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Architecture</a:t>
            </a:r>
            <a:endParaRPr sz="2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45" title="clipboard_2026-08-20_20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988" y="152400"/>
            <a:ext cx="696392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13" y="228600"/>
            <a:ext cx="869268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